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🏀 计算机学院 2026 级</a:t>
            </a:r>
            <a:endParaRPr lang="en-US" sz="4400" dirty="0"/>
          </a:p>
          <a:p>
            <a:pPr algn="ctr"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篮球迎新杯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42976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E2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以球会友 · 迎新破冰 · 青春逐梦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3D8"/>
                </a:solidFill>
              </a:rPr>
              <a:t>AI 办公实践 · PPT 制作 Skill 生成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2"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活动信息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2926080" cy="64008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活动时间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023360" y="1463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9 月 28 日 — 10 月 10 日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2926080" cy="64008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活动地点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023360" y="23317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东区体育馆篮球场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3200400"/>
            <a:ext cx="2926080" cy="64008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参赛对象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02336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级新生（8 支班级队）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4069080"/>
            <a:ext cx="2926080" cy="64008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40690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赛制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23360" y="4069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小组循环 + 淘汰赛，共 16 场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4937760"/>
            <a:ext cx="2926080" cy="64008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49377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主办方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23360" y="4937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计算机学院学生会体育部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3"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赛程安排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737360" cy="914400"/>
          </a:xfrm>
          <a:prstGeom prst="chevron">
            <a:avLst/>
          </a:prstGeom>
          <a:solidFill>
            <a:srgbClr val="E86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9/28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651760" y="1554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</a:rPr>
              <a:t>开幕式 + 抽签分组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651760" y="1965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开幕表演、赛制宣读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1737360" cy="914400"/>
          </a:xfrm>
          <a:prstGeom prst="chevron">
            <a:avLst/>
          </a:prstGeom>
          <a:solidFill>
            <a:srgbClr val="E86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9/29-10/5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51760" y="2651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</a:rPr>
              <a:t>小组循环赛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651760" y="3063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A/B 组各 4 队，每日 2 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1737360" cy="914400"/>
          </a:xfrm>
          <a:prstGeom prst="chevron">
            <a:avLst/>
          </a:prstGeom>
          <a:solidFill>
            <a:srgbClr val="E86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10/8-10/9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51760" y="3749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</a:rPr>
              <a:t>淘汰赛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51760" y="4160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半决赛、季军战、决赛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846320"/>
            <a:ext cx="1737360" cy="914400"/>
          </a:xfrm>
          <a:prstGeom prst="chevron">
            <a:avLst/>
          </a:prstGeom>
          <a:solidFill>
            <a:srgbClr val="E86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48463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10/10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51760" y="4846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</a:rPr>
              <a:t>闭幕颁奖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651760" y="52578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颁奖、师生友谊赛、合影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4"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活动亮点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45720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17830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破冰迎新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242316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以球会友，快速融入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大学集体生活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0" y="1554480"/>
            <a:ext cx="45720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0" y="17830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全程直播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0" y="242316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新媒体部多机位直播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每日战报推送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566160"/>
            <a:ext cx="45720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37947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奖项丰富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443484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冠亚季军 + MVP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最佳人气奖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0" y="3566160"/>
            <a:ext cx="45720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0" y="37947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安全保障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0" y="443484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急救包 + 校医院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绿色通道保障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5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报名与联系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246888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0FE"/>
                </a:solidFill>
              </a:rPr>
              <a:t>📅 报名截止：9 月 20 日 20:00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71600" y="338328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0FE"/>
                </a:solidFill>
              </a:rPr>
              <a:t>✉️ 报名方式：各班体育委员统一提交报名表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429768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0FE"/>
                </a:solidFill>
              </a:rPr>
              <a:t>📞 咨询：计算机学院学生会体育部（cstyc@uni.edu.cn）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521208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0FE"/>
                </a:solidFill>
              </a:rPr>
              <a:t>🏀 冠军奖金 2000 元 + 定制奖杯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9436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A17"/>
                </a:solidFill>
              </a:rPr>
              <a:t>期待你的加入！2026 球场见 🔥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55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2026-09-22T08:03:42Z</dcterms:created>
  <dcterms:modified xsi:type="dcterms:W3CDTF">2026-09-22T08:03:42Z</dcterms:modified>
</cp:coreProperties>
</file>